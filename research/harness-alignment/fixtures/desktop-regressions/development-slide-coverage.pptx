
<file path=ppt/presentation.xml><?xml version="1.0" encoding="utf-8"?>
<p:presentation xmlns:p="http://schemas.openxmlformats.org/presentationml/2006/main" xmlns:r="http://schemas.openxmlformats.org/officeDocument/2006/relationships">
  <p:sldIdLst>
    <p:sldId r:id="second"/>
    <p:sldId r:id="first"/>
  </p:sldIdLst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1.xml"/><Relationship Id="second" Type="http://schemas.openxmlformats.org/officeDocument/2006/relationships/slide" Target="slides/slide2.xml"/></Relationships>
</file>

<file path=ppt/notesSlides/notesSlide1.xml>not interpreted
</file>

<file path=ppt/slides/slide1.xml><?xml version="1.0" encoding="utf-8"?>
<p:sld xmlns:p="http://schemas.openxmlformats.org/presentationml/2006/main" show="0">
  <p:cSld>
    <p:spTree/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 &amp; B</a:t>
            </a:r>
            <a:br/>
            <a:r>
              <a:t>0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0</a:t>
                      </a:r>
                    </a:p>
                  </a:txBody>
                </a:tc>
                <a:tc>
                  <a:txBody>
                    <a:p/>
                  </a:txBody>
                </a:tc>
              </a:tr>
            </a:tbl>
          </a:graphicData>
        </a:graphic>
      </p:graphicFrame>
    </p:spTree>
  </p:cSld>
</p:sld>
</file>