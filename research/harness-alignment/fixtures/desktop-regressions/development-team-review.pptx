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review: 16 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/>
            </a:pPr>
            <a:r>
              <a:t>Synthetic development data for testing the file-to-interface workflow.</a:t>
            </a:r>
          </a:p>
          <a:p>
            <a:pPr>
              <a:spcAft>
                <a:spcPts val="2000"/>
              </a:spcAft>
              <a:defRPr sz="2200"/>
            </a:pPr>
            <a:r>
              <a:t>On 2026-09-16, Mira reported 8 open issues for Juniper. The review status was Needs revision.</a:t>
            </a:r>
          </a:p>
          <a:p>
            <a:pPr>
              <a:spcAft>
                <a:spcPts val="2000"/>
              </a:spcAft>
              <a:defRPr sz="2200"/>
            </a:pPr>
            <a:r>
              <a:t>On 2026-09-16, Theo reported 3 open issues for Willow. The review status was Needs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review: 19 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/>
            </a:pPr>
            <a:r>
              <a:t>On 2026-09-19, Mira reported 0 open issues for Juniper. The review status was Ready for review.</a:t>
            </a:r>
          </a:p>
          <a:p>
            <a:pPr>
              <a:spcAft>
                <a:spcPts val="2000"/>
              </a:spcAft>
              <a:defRPr sz="2200"/>
            </a:pPr>
            <a:r>
              <a:t>On 2026-09-19, Theo did not report an issue count for Willow. The review status was Awaiting update.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/>
            </a:pPr>
            <a:r>
              <a:t>Ready for review means the team can start reviewing. It does not mean approved.</a:t>
            </a:r>
          </a:p>
          <a:p>
            <a:pPr>
              <a:spcAft>
                <a:spcPts val="2000"/>
              </a:spcAft>
              <a:defRPr sz="2200"/>
            </a:pPr>
            <a:r>
              <a:t>An unreported count is unknown. It must not be interpreted as zero.</a:t>
            </a:r>
          </a:p>
          <a:p>
            <a:pPr>
              <a:spcAft>
                <a:spcPts val="2000"/>
              </a:spcAft>
              <a:defRPr sz="2200"/>
            </a:pPr>
            <a:r>
              <a:t>Each observation should remain available for discussion with a link to its source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